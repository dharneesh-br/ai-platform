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8bf9fd63f4608" /><Relationship Type="http://schemas.openxmlformats.org/officeDocument/2006/relationships/extended-properties" Target="/docProps/app.xml" Id="R225c273cf6c34521" /><Relationship Type="http://schemas.openxmlformats.org/officeDocument/2006/relationships/officeDocument" Target="/ppt/presentation.xml" Id="Rf7ce3696f5794e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fa4b9835e34545"/>
  </p:sldMasterIdLst>
  <p:notesMasterIdLst>
    <p:notesMasterId xmlns:r="http://schemas.openxmlformats.org/officeDocument/2006/relationships" r:id="Rf43bed7974b64a2d"/>
  </p:notesMasterIdLst>
  <p:sldIdLst>
    <p:sldId xmlns:r="http://schemas.openxmlformats.org/officeDocument/2006/relationships" id="256" r:id="R25f030ec3db942b5"/>
    <p:sldId xmlns:r="http://schemas.openxmlformats.org/officeDocument/2006/relationships" id="257" r:id="Rdc3725703ba142a2"/>
    <p:sldId xmlns:r="http://schemas.openxmlformats.org/officeDocument/2006/relationships" id="258" r:id="R633a3c57e580494e"/>
    <p:sldId xmlns:r="http://schemas.openxmlformats.org/officeDocument/2006/relationships" id="259" r:id="Re4d9b9572f014052"/>
    <p:sldId xmlns:r="http://schemas.openxmlformats.org/officeDocument/2006/relationships" id="260" r:id="R95e28984a28543b7"/>
    <p:sldId xmlns:r="http://schemas.openxmlformats.org/officeDocument/2006/relationships" id="261" r:id="Rff03096d835e4083"/>
    <p:sldId xmlns:r="http://schemas.openxmlformats.org/officeDocument/2006/relationships" id="262" r:id="R431174e15588432a"/>
    <p:sldId xmlns:r="http://schemas.openxmlformats.org/officeDocument/2006/relationships" id="263" r:id="R28b5fe275fcc4e67"/>
    <p:sldId xmlns:r="http://schemas.openxmlformats.org/officeDocument/2006/relationships" id="264" r:id="R48ece79402cd4c95"/>
    <p:sldId xmlns:r="http://schemas.openxmlformats.org/officeDocument/2006/relationships" id="265" r:id="R0c152ee5482b4a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a208e5b8524b6d" /><Relationship Type="http://schemas.openxmlformats.org/officeDocument/2006/relationships/slideMaster" Target="/ppt/slideMasters/slideMaster1.xml" Id="R7cfa4b9835e34545" /><Relationship Type="http://schemas.openxmlformats.org/officeDocument/2006/relationships/notesMaster" Target="/ppt/notesMasters/notesMaster1.xml" Id="Rf43bed7974b64a2d" /><Relationship Type="http://schemas.openxmlformats.org/officeDocument/2006/relationships/presProps" Target="/ppt/presProps.xml" Id="R7a1f14ac96504c98" /><Relationship Type="http://schemas.openxmlformats.org/officeDocument/2006/relationships/tableStyles" Target="/ppt/tableStyles.xml" Id="Rdd3f543b4521418a" /><Relationship Type="http://schemas.openxmlformats.org/officeDocument/2006/relationships/slide" Target="/ppt/slides/slide1.xml" Id="R25f030ec3db942b5" /><Relationship Type="http://schemas.openxmlformats.org/officeDocument/2006/relationships/slide" Target="/ppt/slides/slide2.xml" Id="Rdc3725703ba142a2" /><Relationship Type="http://schemas.openxmlformats.org/officeDocument/2006/relationships/slide" Target="/ppt/slides/slide3.xml" Id="R633a3c57e580494e" /><Relationship Type="http://schemas.openxmlformats.org/officeDocument/2006/relationships/slide" Target="/ppt/slides/slide4.xml" Id="Re4d9b9572f014052" /><Relationship Type="http://schemas.openxmlformats.org/officeDocument/2006/relationships/slide" Target="/ppt/slides/slide5.xml" Id="R95e28984a28543b7" /><Relationship Type="http://schemas.openxmlformats.org/officeDocument/2006/relationships/slide" Target="/ppt/slides/slide6.xml" Id="Rff03096d835e4083" /><Relationship Type="http://schemas.openxmlformats.org/officeDocument/2006/relationships/slide" Target="/ppt/slides/slide7.xml" Id="R431174e15588432a" /><Relationship Type="http://schemas.openxmlformats.org/officeDocument/2006/relationships/slide" Target="/ppt/slides/slide8.xml" Id="R28b5fe275fcc4e67" /><Relationship Type="http://schemas.openxmlformats.org/officeDocument/2006/relationships/slide" Target="/ppt/slides/slide9.xml" Id="R48ece79402cd4c95" /><Relationship Type="http://schemas.openxmlformats.org/officeDocument/2006/relationships/slide" Target="/ppt/slides/slide10.xml" Id="R0c152ee5482b4a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a0a724d67d4a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2914c4cb842dc" /><Relationship Type="http://schemas.openxmlformats.org/officeDocument/2006/relationships/notesMaster" Target="/ppt/notesMasters/notesMaster1.xml" Id="Rd0e96585a6d348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c43920e7934df0" /><Relationship Type="http://schemas.openxmlformats.org/officeDocument/2006/relationships/notesMaster" Target="/ppt/notesMasters/notesMaster1.xml" Id="Raffd63120c3a47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673d0340424b85" /><Relationship Type="http://schemas.openxmlformats.org/officeDocument/2006/relationships/notesMaster" Target="/ppt/notesMasters/notesMaster1.xml" Id="R64769b3fd8284b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7b4f2dae9842b5" /><Relationship Type="http://schemas.openxmlformats.org/officeDocument/2006/relationships/notesMaster" Target="/ppt/notesMasters/notesMaster1.xml" Id="Rad73518e080b48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39957fec054911" /><Relationship Type="http://schemas.openxmlformats.org/officeDocument/2006/relationships/notesMaster" Target="/ppt/notesMasters/notesMaster1.xml" Id="R3dc6d1fbaa2741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468dec22f84ff9" /><Relationship Type="http://schemas.openxmlformats.org/officeDocument/2006/relationships/notesMaster" Target="/ppt/notesMasters/notesMaster1.xml" Id="Rbc7838a8080846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77e5276f75424c" /><Relationship Type="http://schemas.openxmlformats.org/officeDocument/2006/relationships/notesMaster" Target="/ppt/notesMasters/notesMaster1.xml" Id="R6a371903606540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99dbf7b8f6424a" /><Relationship Type="http://schemas.openxmlformats.org/officeDocument/2006/relationships/notesMaster" Target="/ppt/notesMasters/notesMaster1.xml" Id="R928c48ce9fd841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79fa633a074d86" /><Relationship Type="http://schemas.openxmlformats.org/officeDocument/2006/relationships/notesMaster" Target="/ppt/notesMasters/notesMaster1.xml" Id="Raad1338063ea48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985011acc544cf" /><Relationship Type="http://schemas.openxmlformats.org/officeDocument/2006/relationships/notesMaster" Target="/ppt/notesMasters/notesMaster1.xml" Id="Rb63a3f206937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as the opening: this deck is a pre-read so the live meeting can focus on running the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deck is intentionally structured as a stakeholder pre-read, not a technical appendix.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the architecture is intentionally project-first and context-first.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 this slide to the user's question: admin is only one login; the other roles keep client data and approvals safe.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Clarify that onboarding repeats per project, not just once per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items reflect completed project files and validated type checks in the local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as the live demo checklist tomorrow.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separates demo-ready work from MVP-complete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End with a concrete decision rather than a generic status 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implementation state from the Magnafic AI workspace and conversation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switching from deck to the running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8e6d8281142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e20764572041aa" /><Relationship Type="http://schemas.openxmlformats.org/officeDocument/2006/relationships/slideLayout" Target="/ppt/slideLayouts/slideLayout1.xml" Id="Ra39ab0a0897b44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9ab0a0897b44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d70dde7874ad8" /><Relationship Type="http://schemas.openxmlformats.org/officeDocument/2006/relationships/notesSlide" Target="/ppt/notesSlides/notesSlide1.xml" Id="Rc46e136b2371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42e858af24df6" /><Relationship Type="http://schemas.openxmlformats.org/officeDocument/2006/relationships/notesSlide" Target="/ppt/notesSlides/notesSlide2.xml" Id="R5377a0bb93694d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c5a81667f40e6" /><Relationship Type="http://schemas.openxmlformats.org/officeDocument/2006/relationships/notesSlide" Target="/ppt/notesSlides/notesSlide3.xml" Id="R47f6942a54f942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a04c185984552" /><Relationship Type="http://schemas.openxmlformats.org/officeDocument/2006/relationships/notesSlide" Target="/ppt/notesSlides/notesSlide4.xml" Id="R290bafcbafe344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19d1e20d44a9d" /><Relationship Type="http://schemas.openxmlformats.org/officeDocument/2006/relationships/notesSlide" Target="/ppt/notesSlides/notesSlide5.xml" Id="R6482a6f80ed04f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dde3fd1db485a" /><Relationship Type="http://schemas.openxmlformats.org/officeDocument/2006/relationships/notesSlide" Target="/ppt/notesSlides/notesSlide6.xml" Id="R5b2a3ec6155f42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2235fea3047b6" /><Relationship Type="http://schemas.openxmlformats.org/officeDocument/2006/relationships/notesSlide" Target="/ppt/notesSlides/notesSlide7.xml" Id="R2bf437209f1e4b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43b700a454a43" /><Relationship Type="http://schemas.openxmlformats.org/officeDocument/2006/relationships/notesSlide" Target="/ppt/notesSlides/notesSlide8.xml" Id="Rb234699aedbe48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4636764554d79" /><Relationship Type="http://schemas.openxmlformats.org/officeDocument/2006/relationships/notesSlide" Target="/ppt/notesSlides/notesSlide9.xml" Id="Radd7dcc1c7a84e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009f0529f4162" /><Relationship Type="http://schemas.openxmlformats.org/officeDocument/2006/relationships/notesSlide" Target="/ppt/notesSlides/notesSlide10.xml" Id="R470faf92dda244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0ACE5-206E-4283-968D-80F01F09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Magnafic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3D071-A079-4427-AFB3-18074ACC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Stakeholder pre-read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46A29-10AE-4C41-A655-3FB4A2F3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Enterprise AI consulting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E89F2-0B83-45C4-AB96-8FF2AB7C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445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is built, what remains, and how the demo will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49A85-F3ED-41AD-AC14-AD7F45DA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7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C0718-C9C3-490A-A099-DC7CD377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858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AI-ready consulting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63E0D-F333-47F4-9938-F70669C2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E163C-A41E-4BF1-99FD-A5C9E223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80E46-FA33-4CB5-AC73-6DE22883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0DAAF-6934-4759-901B-6C16B8BE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 onboarding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65264-BCAF-48A6-820A-BB72B10D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CB0D1-6CFB-4486-B760-C448033E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718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Company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57435-8D25-4A53-BDA3-D6D80575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47539-F7CC-43B9-A214-82C3AE2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81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Knowledge +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6499A-63AF-45E5-9BE0-1C43B4EB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B4740-67E9-4DF4-B776-3967E7EB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 +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28D7C-6BAF-4059-B4C2-B6A06F36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5767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3FC272-E03A-450A-A611-4173165B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meeting can focus on the product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F6630-246D-4DEC-BA50-C41DC0BA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This pre-read aligns stakeholders before the live walkthrough.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36DF0-0057-4DF5-84F2-F428D811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DBD38-4D4A-4B3E-A163-9C29FA74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4C1BA-A0DF-42FE-A34B-BD739DF5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we are building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4E12C-B226-4A31-B180-FFEC21FC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governed AI consulting workspace, not a generic chatbot.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66750" y="22669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218D9-3C1D-4AB0-A3D2-B7CF8E9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142F6-09B8-443A-A3FF-DEEC5754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users enter the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059FB-4BE1-4AD0-B4E4-0DC4C8BE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Role-based logins protect data and separate responsibilities.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66750" y="29527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CC1E2-23D6-4FB5-A0E3-6DFB88FF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4F9DE-3594-4385-8FDC-35F58BCB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0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implementation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314EB-A598-41CC-933B-C32E96CC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4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Frontend flow, architecture, backend foundations, and Prisma schema are in place.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66750" y="36385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5E8CA-FE0D-4B63-9425-4B83E8E0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076B3-7BBB-4631-B9FE-51A55376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3CD0A-F362-4CA5-938D-3983014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84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Create/select workspace, onboard project, review discovery, explore AI outputs.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66750" y="43243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964F8-55AC-45FA-8F3A-F8997019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61DE0-571C-41C0-A1F0-5F0A375A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Pending milestones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F0E9C-FF11-40CB-8A5C-5A4B0C65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23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Live auth, DB migrations, real discovery, knowledge ingestion, agents, reports.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66750" y="50101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8689E-F4D1-424D-8623-D1799536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B6378-E025-47B9-A005-4A4A1EE2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Stakeholder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DC38B-37F1-48CD-97A0-BF535B5A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Confirm MVP scope, demo boundaries, priorities, and rollout plan.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666750" y="56959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014661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F95B0-2238-4DBE-AB78-81E5A3B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 are building a governed AI consulting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A5C35-6BBF-4607-AFF8-9C91EC2C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7BEA7-E165-43B4-8830-8471430B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619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product helps consulting teams turn a client company into an AI-ready project workspace: onboarding captures context, discovery builds a company profile, knowledge sources are organized, and AI workflows produce research, chat answers, and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F5245-57B5-4A2A-86CE-979C236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EE8BA-D21C-4EF8-A3C7-87572A17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24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3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Company-specific answers instead of generic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C0245-3055-4916-8A21-E20DED5A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860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8BA1E-E446-4298-9FFD-77D2C3B4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098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248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Tenant separation for each client organization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F8CB8-A448-44B4-BC6E-B1D1F095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718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2B2A0-CA7D-49A4-94B8-3C161F9A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956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2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approval before outputs become trusted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67DE9-E3A4-4B34-9F1F-2491B350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576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B9352-EC16-4DEF-BE14-646EE878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814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048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Reusable architecture for future agents and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ADAF5-83DA-4DE0-AD7F-34FCF4BC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Central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C7370-A24A-4FB6-986F-4E6BAFB8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62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should work only after it understands the client, the project objective, and the approved knowledge context.</a:t>
            </a:r>
          </a:p>
        </p:txBody>
      </p:sp>
    </p:spTree>
    <p:extLst>
      <p:ext uri="{BB962C8B-B14F-4D97-AF65-F5344CB8AC3E}">
        <p14:creationId xmlns:p14="http://schemas.microsoft.com/office/powerpoint/2010/main" val="43901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158B2-283E-4586-91DD-03D778CF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Different logins exist to protect control and accountability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D5846-40C7-4968-917A-71235BE2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Each role maps to a different responsibility level.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82FC7-4A96-4A52-B07A-5CA5639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81820-7DBA-4A3A-A3BC-9300D8A1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Super 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7C502-4010-49E0-A443-07E85034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Runs the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F2412-C208-42C6-A5E9-B12487C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All organizations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8DC09-0F7F-49B7-8296-54E57B3B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Plans, billing,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29F87-9FE5-456D-8732-6CA71169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005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3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Prompt/model 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5A85D-4D40-4814-AF07-26CAFA17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2FBB2-FB13-4CD5-9FF2-D28BE5D2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change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D5B2B-A414-4E73-9269-E474DB7B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 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971FB-F788-43D6-9812-648DC10A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7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Owns one client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E0461-02B2-4B53-927F-B33E90B5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86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Invite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92925-0C94-447C-AE88-D6E02DCF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43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Create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2579A-E2A1-4515-A948-E92F8741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005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Approve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A9184-283E-4839-A213-253CD71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AAF6C-9252-4DF0-915D-7BA91952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change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FDE5B-0E96-4717-B6DF-99267BA8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Consultant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1579B-478E-41A4-A0F2-055A9462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Runs project 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279FC-605A-4210-BB80-2D3C61E8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Onboarding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C1D95F-D08B-44F4-8336-757A65B7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43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Discovery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C299E-BD44-4094-A4BC-A923366A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005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Research and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21933-9AF1-4C7D-97BD-4B2ADD80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4350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61BE6-439E-4C9F-A4C1-93220456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Limited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25345-7122-49AF-876A-A133E8DD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27A59-D127-4B3B-9CB6-341B56EA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Reviews outcomes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26C14-9985-46D2-9A8A-94448142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Read dashboards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7595D-C171-486E-B05C-7203F5A2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43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View profiles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54D04-5AFA-4661-A54C-5E4866D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005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See reports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2731C9-E520-4976-856C-CFB2732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43500"/>
            <a:ext cx="2286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4C806F-4BE3-455A-AA0D-D3B54DCA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38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Limited access</a:t>
            </a:r>
          </a:p>
        </p:txBody>
      </p:sp>
    </p:spTree>
    <p:extLst>
      <p:ext uri="{BB962C8B-B14F-4D97-AF65-F5344CB8AC3E}">
        <p14:creationId xmlns:p14="http://schemas.microsoft.com/office/powerpoint/2010/main" val="55421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6B5E2-B74C-454E-8C7C-653D780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project follows onboarding before AI work starts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8EF69-A8B9-49E3-8288-CC6C5546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23875" y="314325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A2A2C-5D42-4357-8D21-464617C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410FC-A40A-45EF-8D5C-A7CC7945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2739F-88C8-4372-A8A3-E67B56A7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" y="361950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User enters with role-based permissions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46FED-7BAC-4FBA-8A9D-3FC19EB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5B04F-157B-497E-BC82-00AFC743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Organization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07C33-815B-4FD7-8BEB-A8E9FE91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Client workspace is selected or created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4EA6E-4365-43F8-ADFC-C71276A3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22A63-B6AC-4782-B943-9C3DFB08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FDC12-D409-40D7-A09D-CCE7445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1950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Consulting engagement is created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B58E3-1F24-42C0-99A8-3734B719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FFE02-6025-4390-A6CA-859C7E3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Onboarding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3D02B-6E6F-40F0-B50D-6BAF7EEA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61950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3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Goals, website, industry, and context are captured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2A289-38D6-4E2B-B1E0-34C2959C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A762E-3823-49F5-80B0-D5569CEB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D22DB-0D7F-47A1-A4F6-82582CD3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1950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System drafts a company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133FE-D97F-4F1A-B3CB-49A10413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7C493-21BF-4703-A316-F2460CB0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79D08-7CE6-4444-B32D-5DA0377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1950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Human validates the 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C0779-1514-4A5F-9161-3108A451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E4FBD-092E-4864-8A0B-EAE53508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outputs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7F79B-737B-43FE-9D7D-1113348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1950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Knowledge, research, chat, and reports unlock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FA491-234F-4A05-A06A-89721A3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Why onboarding is mandatory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14991-5E9D-4D96-A5FC-D3F4C1D8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83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prevents generic answers and creates a trusted context boundary for every new project.</a:t>
            </a:r>
          </a:p>
        </p:txBody>
      </p:sp>
    </p:spTree>
    <p:extLst>
      <p:ext uri="{BB962C8B-B14F-4D97-AF65-F5344CB8AC3E}">
        <p14:creationId xmlns:p14="http://schemas.microsoft.com/office/powerpoint/2010/main" val="2025632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14A96-499E-417F-84C4-75EB6042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strong product foundation is already implemented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9D92D-7107-49C9-9EA4-3A82C9C2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current build is demoable on the frontend and structured for backend integration.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6A5D6-1BE0-4C54-AA8F-24EB32EE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368E2-8041-4905-8DFE-9F46152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A66C9-A683-4F01-81F0-67DA9EDF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Monorepo + 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39A16-A935-4492-9A90-7A7E90F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2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Apps, packages, services, architecture docs, deployment docs, and milestone documentation.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832A6-4289-4668-A88C-A530117D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6212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6FC7B-A60A-43D9-8699-1CCBE3FB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90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Prisma data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80F84-81FF-45E0-BCF2-ADDDCF9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479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2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Organizations, users, memberships, projects, onboarding, discovery, company profiles, knowledge, AI, billing.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3EF90-E6E1-4955-8764-46F10A14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6212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2F061-F019-44D8-902A-B0671E9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90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Auth/RBAC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5486C-B823-4094-BC1D-8BFF722D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479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2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Firebase token verifier, platform JWT, guards, tenant context, roles, and session repository.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87776-B309-4542-A9BC-6B067944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6F1FD-838A-47BF-8ACD-B40E51A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20164-D224-4677-9B7C-C179F695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2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Organizations, projects, onboarding, discovery jobs, company profile, and knowledge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DF2D5-5434-4E53-9218-23BC7729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5762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2CA47-03EE-400D-A7C3-E5EC3708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862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Discovery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FB74A-6847-4760-BA71-E3EF448D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43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2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BullMQ worker foundation with progress, retry, profile persistence, and lifecycle transitions.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83AD9-AB6D-4DA4-B2F3-B9D3FD9A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57625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C1981-E6B6-4C77-A02B-D04CB175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Frontend experience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66170-BBFB-4DD0-B071-55C51E8F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43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0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Polished Magnafic AI routes for dashboard, projects, onboarding, discovery, profile, research, chat, reports, admin.</a:t>
            </a:r>
          </a:p>
        </p:txBody>
      </p:sp>
    </p:spTree>
    <p:extLst>
      <p:ext uri="{BB962C8B-B14F-4D97-AF65-F5344CB8AC3E}">
        <p14:creationId xmlns:p14="http://schemas.microsoft.com/office/powerpoint/2010/main" val="1831366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76D18-CB7C-466E-BAD8-0606F572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stakeholder demo should show one clean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FB622-A05D-47EB-8DF8-8B4D813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Keep the meeting focused on the business flow, not engineering internals.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23771-A46B-4F3C-A4B7-39030336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A661E-605B-4F2E-9795-D282BD5E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First half: setup and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C2701-4D06-46D1-A617-53E58883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Second half: AI-ready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5E9C8-17A1-4093-84C0-BFC4FB0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Open Magnafic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5F280-8FF2-444D-8121-964EA67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Show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EF38C-3CC7-4B7A-9A42-907F83DC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Explain role-based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6811C-89CA-45DC-8BBB-269A46D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Open Projects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5FBFC-7413-4FCF-9E78-F2D27933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5. Walk through demo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B0C4A-0951-4457-AAE9-35AF5436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6. Complete onboarding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70669-4E50-4B38-AA2A-2497341C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7. Show discovery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EEB78-CFE4-49F0-8A18-770BC44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8. Review company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0161C-A1B5-4B8F-8E1D-D3F7F1D2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433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9. Open knowledge/research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6A5D2-8154-4066-8316-8930AA76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10. Show chat and reports screens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096000" y="1809750"/>
            <a:ext cx="0" cy="3429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8AF67-E5B2-4DEA-8A68-6B5C84DD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668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C1841-60A4-45A2-A14B-7D4AB5B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 message: Magnafic AI turns onboarding context into governed AI consulting outputs.</a:t>
            </a:r>
          </a:p>
        </p:txBody>
      </p:sp>
    </p:spTree>
    <p:extLst>
      <p:ext uri="{BB962C8B-B14F-4D97-AF65-F5344CB8AC3E}">
        <p14:creationId xmlns:p14="http://schemas.microsoft.com/office/powerpoint/2010/main" val="1675729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C26AE-23B0-46A5-9C99-9E0C1A08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remaining work turns the prototype into a live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2F70-3182-4FFA-AEE8-1CCCB185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AED7B-BA98-4C79-9127-3505EE66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E76D0-D5B0-4AA8-83C7-52B552C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auth/session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23BBC-F5E7-4BB4-977C-3AE085DF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Firebase login to backend session JWT and frontend token storage.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4D711-5B60-4546-BAD7-CBAB2845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4DEDF-A834-4D56-8C01-793F1F03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Database migrations + 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C3D55-D857-42F8-A731-C7B25934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 PostgreSQL schema, seed demo org/project/users, verify persistence.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48891-2CE5-4F30-B6B5-0EC21D5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1BF54-11B3-4B62-A935-699008D6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3D827-FB53-47B5-B0B0-A253CCF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4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Fetch public website content safely and replace deterministic demo profile generation.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CD659-6B9F-46B2-AEFD-91DFD717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A39E0-1D37-462B-8D44-FAB4C5E4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Knowledge ingestion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32DCD-DA42-4F1E-B537-4213930B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528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Upload documents, parse, chunk, embed, and search with pgvector.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FF878-BD1A-4153-B450-4591C37E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43547-C737-408E-A1CC-1925993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orchestration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8EFE5-8170-4881-851E-CA52C241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386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LiteLLM gateway, LangGraph agents, project-aware chat, and report generation.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77F11-21A8-4EFC-83FB-493D4066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3F815-1BB9-4808-BB52-8E134C6E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Production hardening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20039-7D8C-4ECA-90D9-839FB4A6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24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Tests, CI/CD, Docker production setup, observability, and security review.</a:t>
            </a:r>
          </a:p>
        </p:txBody>
      </p:sp>
    </p:spTree>
    <p:extLst>
      <p:ext uri="{BB962C8B-B14F-4D97-AF65-F5344CB8AC3E}">
        <p14:creationId xmlns:p14="http://schemas.microsoft.com/office/powerpoint/2010/main" val="15280099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F6CBD-B2FB-4591-BA7E-8F8B13F5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85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Recommended next milestones after the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F7C44-8A27-433A-B84A-B608883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practical order keeps visible progress aligned with real platform readiness.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95B5A-59C5-484B-8F25-26EC84C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31CB2-E550-40A4-B87D-7D61780F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409FB-6530-4A5B-B38C-41867A3E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Milestone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6B2C9-BB3E-426E-9D96-99834C6A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login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EF8A8-A8F4-496C-8691-393F7C10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5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Wire Firebase login, session API, role-aware navigation.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F6763-DAA9-4499-9167-3B1EDDA6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431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DD128-2AD7-4B67-B380-D4BB6746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Milestone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E360E-F758-4B07-A320-5AA73CF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670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90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Persist project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69EB1-CA8C-4557-9376-DAAB9F72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5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 DB migrations, seed data, connect onboarding to backend.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77553-2FCB-482C-B94B-D7B77BDF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B8FD2-5BBD-433C-A889-5DB6DCD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Milestone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8A9C1-AADF-45BC-A031-BCD92B0E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90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discovery real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E1379-573B-4B65-A408-D48F6BF2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6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Website fetch, extraction, profile approval, retry/error handling.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FD0C7-3E9D-485D-BCF8-7FC4291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362200" cy="23812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657DF-4776-4445-BFDF-BE6D888D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Milestone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BAB0A-94CB-47CA-BA08-6B761154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90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Enable AI outputs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FD212-C0A7-4957-94C5-20D298F1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8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Knowledge upload, embeddings, research agent, chat, reports.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D086E-1DA3-41D5-B76F-818E7C8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Suggested meeting 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A61C7-6F85-461C-98BA-EF964F23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 the demo story and prioritize the first two milestones for the next implementation sprint.</a:t>
            </a:r>
          </a:p>
        </p:txBody>
      </p:sp>
    </p:spTree>
    <p:extLst>
      <p:ext uri="{BB962C8B-B14F-4D97-AF65-F5344CB8AC3E}">
        <p14:creationId xmlns:p14="http://schemas.microsoft.com/office/powerpoint/2010/main" val="5111842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544FC-2364-4302-8E80-B45847AE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Magnafic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5491-1E57-48BD-BCFE-C4160269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460"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Ready for stakeholder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050D7-B554-454C-92E7-4A2C2EB9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the frontend demo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Align on MVP boundaries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live integration milestones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B0A6D-66DE-45FD-B9FF-B34CA56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7143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2026-08-14T22:21:09.6560000Z</dcterms:created>
  <dcterms:modified xsi:type="dcterms:W3CDTF">2026-08-14T22:21:09.6560000Z</dcterms:modified>
</coreProperties>
</file>